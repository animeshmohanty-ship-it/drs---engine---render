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CYKAL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5D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201168"/>
            <a:ext cx="100584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5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Circularity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Confidential · www.recykal.com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772400" y="6400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Recykal, All rights reserved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5DF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0"/>
            <a:ext cx="91440" cy="6858000"/>
          </a:xfrm>
          <a:prstGeom prst="rect">
            <a:avLst/>
          </a:prstGeom>
          <a:solidFill>
            <a:srgbClr val="6E5CF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5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CIRCULARITY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 Return System (DRS)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Circular Economy Blueprint for Ireland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Materials: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· Cans · Glass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4389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EPR Objective: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Collection &amp; Compliance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4389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663440"/>
            <a:ext cx="100584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&amp; Operational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20040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POPULATION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5,033,000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931920" y="1645920"/>
            <a:ext cx="3200400" cy="1645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828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TOUCHPOINTS UNIVERSE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0" y="21945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5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11,243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406640" y="1645920"/>
            <a:ext cx="4297680" cy="41148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1828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5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 ENABLERS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589520" y="22860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Ireland has enacted strict waste management mandates aligning with the EU single-use plastics directive. Recykal's DRS implementation plan integrates direct reverse logistics, digital compliance tracking, and brand escrow alignment under the new S.I. No. 320/2021 regulations, ensuring full enforcement of producer liability targets.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Flow &amp; Recovery Targets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annual packing footprint &amp; commercial opportunity values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286000"/>
                <a:gridCol w="3474720"/>
              </a:tblGrid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TONS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EST. UNITS / YEAR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OPPORTUNITY VALUE 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PET Bottles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14,200 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42.6M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(0.91)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Glass Bottles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32,100 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64.2M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(0.75)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Beverage Cans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2,900 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14.5M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(0.88)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Landscape &amp; Moat Strategy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53949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Competitor Segments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DRS Operators: TOMRA, Envipco (Hardware-locked RVM machines, high CapEx)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PRO Platforms: Karo Sambhav (Compliance-led B2B reporting only)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Social Offset Platforms: rePurpose, Plastic Bank (PR-led offset collection without strict real-time auditing)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5394960" cy="4114800"/>
          </a:xfrm>
          <a:prstGeom prst="rect">
            <a:avLst/>
          </a:prstGeom>
          <a:solidFill>
            <a:srgbClr val="005DF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Recykal Moat Advantage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246888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Hardware-Agnostic SaaS: Integrates with any Reverse Vending Machine fabric, reducing hardware layout costs by 60%.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UPI/Digital Payouts: Outperforms physical token vouchers with direct digital wallet refunds, raising user return rates.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Local Body Network Moat: Direct contracts with municipalities blocks entry of global capital competitors.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2026-07-07T06:21:32Z</dcterms:created>
  <dcterms:modified xsi:type="dcterms:W3CDTF">2026-07-07T06:21:32Z</dcterms:modified>
</cp:coreProperties>
</file>