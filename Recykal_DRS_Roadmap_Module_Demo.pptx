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92424" y="-548640"/>
            <a:ext cx="1353312" cy="6217920"/>
          </a:xfrm>
          <a:prstGeom prst="roundRect">
            <a:avLst>
              <a:gd name="adj" fmla="val 50000"/>
            </a:avLst>
          </a:prstGeom>
          <a:ln w="63500">
            <a:solidFill>
              <a:srgbClr val="005D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1078992"/>
            <a:ext cx="3877056" cy="290779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457200"/>
            <a:ext cx="1380744" cy="5120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19202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Deposit Return System (DRS)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118872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DC797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 Circular Economy Implementation Blueprint for Ireland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315200" y="457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www.recykal.com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8622792" y="3136392"/>
            <a:ext cx="786384" cy="2011680"/>
          </a:xfrm>
          <a:prstGeom prst="roundRect">
            <a:avLst>
              <a:gd name="adj" fmla="val 50000"/>
            </a:avLst>
          </a:prstGeom>
          <a:solidFill>
            <a:srgbClr val="1DC797"/>
          </a:solidFill>
          <a:ln/>
        </p:spPr>
      </p:sp>
      <p:sp>
        <p:nvSpPr>
          <p:cNvPr id="9" name="Text 5"/>
          <p:cNvSpPr/>
          <p:nvPr/>
        </p:nvSpPr>
        <p:spPr>
          <a:xfrm>
            <a:off x="22860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&amp; Confidential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690372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© 2026, All rights reserved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83464" y="-1097280"/>
            <a:ext cx="850392" cy="3291840"/>
          </a:xfrm>
          <a:prstGeom prst="roundRect">
            <a:avLst>
              <a:gd name="adj" fmla="val 49462"/>
            </a:avLst>
          </a:prstGeom>
          <a:solidFill>
            <a:srgbClr val="1DC797"/>
          </a:solidFill>
          <a:ln/>
        </p:spPr>
      </p:sp>
      <p:sp>
        <p:nvSpPr>
          <p:cNvPr id="3" name="Shape 1"/>
          <p:cNvSpPr/>
          <p:nvPr/>
        </p:nvSpPr>
        <p:spPr>
          <a:xfrm>
            <a:off x="8622792" y="3136392"/>
            <a:ext cx="786384" cy="2011680"/>
          </a:xfrm>
          <a:prstGeom prst="roundRect">
            <a:avLst>
              <a:gd name="adj" fmla="val 50000"/>
            </a:avLst>
          </a:prstGeom>
          <a:solidFill>
            <a:srgbClr val="6E5CE1"/>
          </a:solidFill>
          <a:ln/>
        </p:spPr>
      </p:sp>
      <p:sp>
        <p:nvSpPr>
          <p:cNvPr id="4" name="Text 2"/>
          <p:cNvSpPr/>
          <p:nvPr/>
        </p:nvSpPr>
        <p:spPr>
          <a:xfrm>
            <a:off x="740664" y="265176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Operational</a:t>
            </a:r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Scope &amp; Targets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59536" y="2066544"/>
            <a:ext cx="457200" cy="475488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2066544"/>
            <a:ext cx="457200" cy="475488"/>
          </a:xfrm>
          <a:prstGeom prst="ellipse">
            <a:avLst/>
          </a:prstGeom>
          <a:ln w="19050">
            <a:solidFill>
              <a:srgbClr val="005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91109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5.03M 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343400" y="2066544"/>
            <a:ext cx="457200" cy="475488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9" name="Shape 7"/>
          <p:cNvSpPr/>
          <p:nvPr/>
        </p:nvSpPr>
        <p:spPr>
          <a:xfrm>
            <a:off x="4279392" y="2066544"/>
            <a:ext cx="457200" cy="475488"/>
          </a:xfrm>
          <a:prstGeom prst="ellipse">
            <a:avLst/>
          </a:prstGeom>
          <a:ln w="19050">
            <a:solidFill>
              <a:srgbClr val="1DC7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91109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11,243 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59536" y="3355848"/>
            <a:ext cx="457200" cy="475488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12" name="Shape 10"/>
          <p:cNvSpPr/>
          <p:nvPr/>
        </p:nvSpPr>
        <p:spPr>
          <a:xfrm>
            <a:off x="795528" y="3355848"/>
            <a:ext cx="457200" cy="475488"/>
          </a:xfrm>
          <a:prstGeom prst="ellipse">
            <a:avLst/>
          </a:prstGeom>
          <a:ln w="19050">
            <a:solidFill>
              <a:srgbClr val="1DC7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32004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85% 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343400" y="3355848"/>
            <a:ext cx="457200" cy="475488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15" name="Shape 13"/>
          <p:cNvSpPr/>
          <p:nvPr/>
        </p:nvSpPr>
        <p:spPr>
          <a:xfrm>
            <a:off x="4279392" y="3355848"/>
            <a:ext cx="457200" cy="475488"/>
          </a:xfrm>
          <a:prstGeom prst="ellipse">
            <a:avLst/>
          </a:prstGeom>
          <a:ln w="19050">
            <a:solidFill>
              <a:srgbClr val="005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32004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30 Days 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2860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&amp; Confidential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690372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© 2026, All rights reserved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83464" y="-1097280"/>
            <a:ext cx="850392" cy="3291840"/>
          </a:xfrm>
          <a:prstGeom prst="roundRect">
            <a:avLst>
              <a:gd name="adj" fmla="val 49462"/>
            </a:avLst>
          </a:prstGeom>
          <a:solidFill>
            <a:srgbClr val="1DC797"/>
          </a:solidFill>
          <a:ln/>
        </p:spPr>
      </p:sp>
      <p:sp>
        <p:nvSpPr>
          <p:cNvPr id="3" name="Shape 1"/>
          <p:cNvSpPr/>
          <p:nvPr/>
        </p:nvSpPr>
        <p:spPr>
          <a:xfrm>
            <a:off x="8622792" y="3136392"/>
            <a:ext cx="786384" cy="2011680"/>
          </a:xfrm>
          <a:prstGeom prst="roundRect">
            <a:avLst>
              <a:gd name="adj" fmla="val 50000"/>
            </a:avLst>
          </a:prstGeom>
          <a:solidFill>
            <a:srgbClr val="6E5CE1"/>
          </a:solidFill>
          <a:ln/>
        </p:spPr>
      </p:sp>
      <p:sp>
        <p:nvSpPr>
          <p:cNvPr id="4" name="Text 2"/>
          <p:cNvSpPr/>
          <p:nvPr/>
        </p:nvSpPr>
        <p:spPr>
          <a:xfrm>
            <a:off x="740664" y="265176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Material</a:t>
            </a:r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Footprint &amp; Commercial Values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7680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2560320"/>
                <a:gridCol w="32004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MATERIAL </a:t>
                      </a:r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TYPE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TONS </a:t>
                      </a:r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/ </a:t>
                      </a:r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YEAR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EST. </a:t>
                      </a:r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UNITS </a:t>
                      </a:r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/ </a:t>
                      </a:r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YEAR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OPPORTUNITY </a:t>
                      </a:r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SCORE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PET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Bottles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14,200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42.6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Million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High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(0.91)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Beverage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Cans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2,900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14.5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Million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High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(0.88)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Glass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Bottles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32,100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64.2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Million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Medium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(0.75)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Multi-Layer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Plastic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(MLP)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8,400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25.2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Million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Low </a:t>
                      </a:r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3434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(0.20)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2860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&amp; Confidential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690372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© 2026, All rights reserved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83464" y="-1097280"/>
            <a:ext cx="850392" cy="3291840"/>
          </a:xfrm>
          <a:prstGeom prst="roundRect">
            <a:avLst>
              <a:gd name="adj" fmla="val 49462"/>
            </a:avLst>
          </a:prstGeom>
          <a:solidFill>
            <a:srgbClr val="1DC797"/>
          </a:solidFill>
          <a:ln/>
        </p:spPr>
      </p:sp>
      <p:sp>
        <p:nvSpPr>
          <p:cNvPr id="3" name="Shape 1"/>
          <p:cNvSpPr/>
          <p:nvPr/>
        </p:nvSpPr>
        <p:spPr>
          <a:xfrm>
            <a:off x="8622792" y="3136392"/>
            <a:ext cx="786384" cy="2011680"/>
          </a:xfrm>
          <a:prstGeom prst="roundRect">
            <a:avLst>
              <a:gd name="adj" fmla="val 50000"/>
            </a:avLst>
          </a:prstGeom>
          <a:solidFill>
            <a:srgbClr val="6E5CE1"/>
          </a:solidFill>
          <a:ln/>
        </p:spPr>
      </p:sp>
      <p:sp>
        <p:nvSpPr>
          <p:cNvPr id="4" name="Text 2"/>
          <p:cNvSpPr/>
          <p:nvPr/>
        </p:nvSpPr>
        <p:spPr>
          <a:xfrm>
            <a:off x="740664" y="265176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Projected</a:t>
            </a:r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Execution Roadmap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50976" y="2368296"/>
            <a:ext cx="676656" cy="676656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2368296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3434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55064" y="256032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. . 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31336" y="181051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33672" y="2368296"/>
            <a:ext cx="676656" cy="676656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12" name="Text 10"/>
          <p:cNvSpPr/>
          <p:nvPr/>
        </p:nvSpPr>
        <p:spPr>
          <a:xfrm>
            <a:off x="4233672" y="2368296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3434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31336" y="315468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56032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. . 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14032" y="181051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16368" y="2368296"/>
            <a:ext cx="676656" cy="676656"/>
          </a:xfrm>
          <a:prstGeom prst="ellipse">
            <a:avLst/>
          </a:prstGeom>
          <a:solidFill>
            <a:srgbClr val="EFEFEF"/>
          </a:solidFill>
          <a:ln/>
        </p:spPr>
      </p:sp>
      <p:sp>
        <p:nvSpPr>
          <p:cNvPr id="17" name="Text 15"/>
          <p:cNvSpPr/>
          <p:nvPr/>
        </p:nvSpPr>
        <p:spPr>
          <a:xfrm>
            <a:off x="7516368" y="2368296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3434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14032" y="315468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&amp; Confidential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90372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© 2026, All rights reserved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83464" y="-1097280"/>
            <a:ext cx="850392" cy="3291840"/>
          </a:xfrm>
          <a:prstGeom prst="roundRect">
            <a:avLst>
              <a:gd name="adj" fmla="val 49462"/>
            </a:avLst>
          </a:prstGeom>
          <a:solidFill>
            <a:srgbClr val="1DC797"/>
          </a:solidFill>
          <a:ln/>
        </p:spPr>
      </p:sp>
      <p:sp>
        <p:nvSpPr>
          <p:cNvPr id="3" name="Shape 1"/>
          <p:cNvSpPr/>
          <p:nvPr/>
        </p:nvSpPr>
        <p:spPr>
          <a:xfrm>
            <a:off x="8622792" y="3136392"/>
            <a:ext cx="786384" cy="2011680"/>
          </a:xfrm>
          <a:prstGeom prst="roundRect">
            <a:avLst>
              <a:gd name="adj" fmla="val 50000"/>
            </a:avLst>
          </a:prstGeom>
          <a:solidFill>
            <a:srgbClr val="6E5CE1"/>
          </a:solidFill>
          <a:ln/>
        </p:spPr>
      </p:sp>
      <p:sp>
        <p:nvSpPr>
          <p:cNvPr id="4" name="Text 2"/>
          <p:cNvSpPr/>
          <p:nvPr/>
        </p:nvSpPr>
        <p:spPr>
          <a:xfrm>
            <a:off x="740664" y="265176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Recykal Technology</a:t>
            </a:r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Moat Advantage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58952" y="1371600"/>
            <a:ext cx="3758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Recykal delivers a unified tech-first circular infrastructure model to secure local operations: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38928" y="1353312"/>
            <a:ext cx="576072" cy="576072"/>
          </a:xfrm>
          <a:prstGeom prst="ellipse">
            <a:avLst/>
          </a:prstGeom>
          <a:solidFill>
            <a:srgbClr val="EFEFEF"/>
          </a:solidFill>
          <a:ln w="10160">
            <a:solidFill>
              <a:srgbClr val="4343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38928" y="135331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43434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815584" y="130759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38928" y="2267712"/>
            <a:ext cx="576072" cy="576072"/>
          </a:xfrm>
          <a:prstGeom prst="ellipse">
            <a:avLst/>
          </a:prstGeom>
          <a:solidFill>
            <a:srgbClr val="EFEFEF"/>
          </a:solidFill>
          <a:ln w="10160">
            <a:solidFill>
              <a:srgbClr val="4343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38928" y="226771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43434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815584" y="222199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38928" y="3182112"/>
            <a:ext cx="576072" cy="576072"/>
          </a:xfrm>
          <a:prstGeom prst="ellipse">
            <a:avLst/>
          </a:prstGeom>
          <a:solidFill>
            <a:srgbClr val="EFEFEF"/>
          </a:solidFill>
          <a:ln w="10160">
            <a:solidFill>
              <a:srgbClr val="4343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318211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43434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815584" y="313639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38928" y="4096512"/>
            <a:ext cx="576072" cy="576072"/>
          </a:xfrm>
          <a:prstGeom prst="ellipse">
            <a:avLst/>
          </a:prstGeom>
          <a:solidFill>
            <a:srgbClr val="EFEFEF"/>
          </a:solidFill>
          <a:ln w="10160">
            <a:solidFill>
              <a:srgbClr val="4343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8928" y="4096512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43434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815584" y="405079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&amp; Confidential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690372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© 2026, All rights reserved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6592" y="0"/>
            <a:ext cx="4407408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544568" y="-548640"/>
            <a:ext cx="1335024" cy="6217920"/>
          </a:xfrm>
          <a:prstGeom prst="roundRect">
            <a:avLst>
              <a:gd name="adj" fmla="val 50000"/>
            </a:avLst>
          </a:prstGeom>
          <a:ln w="63500">
            <a:solidFill>
              <a:srgbClr val="005D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1746504"/>
            <a:ext cx="2057400" cy="7589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29968" y="27249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5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www.recykal.com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029968" y="29992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Reach out to us on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5D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marketing@recykal.com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 call at </a:t>
            </a:r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+91 77999 96255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0" y="26517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You!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-283464" y="-1097280"/>
            <a:ext cx="850392" cy="3291840"/>
          </a:xfrm>
          <a:prstGeom prst="roundRect">
            <a:avLst>
              <a:gd name="adj" fmla="val 49462"/>
            </a:avLst>
          </a:prstGeom>
          <a:solidFill>
            <a:srgbClr val="1DC797"/>
          </a:solidFill>
          <a:ln/>
        </p:spPr>
      </p:sp>
      <p:sp>
        <p:nvSpPr>
          <p:cNvPr id="9" name="Shape 6"/>
          <p:cNvSpPr/>
          <p:nvPr/>
        </p:nvSpPr>
        <p:spPr>
          <a:xfrm>
            <a:off x="8622792" y="3136392"/>
            <a:ext cx="786384" cy="2011680"/>
          </a:xfrm>
          <a:prstGeom prst="roundRect">
            <a:avLst>
              <a:gd name="adj" fmla="val 50000"/>
            </a:avLst>
          </a:prstGeom>
          <a:solidFill>
            <a:srgbClr val="6E5CE1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&amp; Confidential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6903720" y="48280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© 2026, All rights reserved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2026-07-07T06:10:39Z</dcterms:created>
  <dcterms:modified xsi:type="dcterms:W3CDTF">2026-07-07T06:10:39Z</dcterms:modified>
</cp:coreProperties>
</file>